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lang="en-US" sz="48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lang="en-US" sz="2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레거시 DB의 내부 로직(SP) 현대화는 </a:t>
            </a:r>
            <a:r>
              <a:rPr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보완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 및 클렌징 SQL 스크립트 덤프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라이프사이클 격리 및 관리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4대 기준 평가 피드백 획득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채점(4대 기준 각 10점, 총 40점 만점) 후 100점 정규화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 리플렉션 로드 후 DB 트랜잭션 Rollback 강제 적용 또는 Java 외부 프로세스 타임아웃 구동 결과 JSON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lang="en-US" sz="1400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&amp; 스키마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의존성 추적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L1/L2 자가보완 및 TUI 미리보기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증분 분석 캐싱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API 토큰 비용 및 대기시간 최소화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순서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작업 지시서 번들 패키징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및 DB 메타데이터 번들화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양방향 제어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취소 시 좀비 방지 트리 강제 정리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소스코드-설계서 Gap 분석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YAML TargetCode 기반 경로 매핑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Sandbox 결과 1:1 비교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관계형 모의 데이터 적재/소거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실행 덤프 값 정밀 대조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시 3단계 복구 루프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분석 및 문서화 AI 자동화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SP 분석을 AI Reverse Engineering 으로 자동화하여 기능 명세서를 자동 생성합니다. 이를 통해 비즈니스 로직 파악 및 문서화에 소요되는 시간과 비용을 혁신적으로 절감합니다.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설계 산출물 결함률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