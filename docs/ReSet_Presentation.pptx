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보완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 및 클렌징 SQL 스크립트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라이프사이클 격리 및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4대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채점(4대 기준 각 10점, 총 40점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 리플렉션 로드 후 DB 트랜잭션 Rollback 강제 적용 또는 Java 외부 프로세스 타임아웃 구동 결과 JSON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YAML TargetCode 기반 경로 매핑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